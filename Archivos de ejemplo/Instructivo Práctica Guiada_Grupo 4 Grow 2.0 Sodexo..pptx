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147375852" r:id="rId2"/>
    <p:sldId id="2147375853" r:id="rId3"/>
  </p:sldIdLst>
  <p:sldSz cx="9144000" cy="6858000" type="letter"/>
  <p:notesSz cx="6889750" cy="10021888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72"/>
  </p:normalViewPr>
  <p:slideViewPr>
    <p:cSldViewPr snapToGrid="0">
      <p:cViewPr varScale="1">
        <p:scale>
          <a:sx n="99" d="100"/>
          <a:sy n="99" d="100"/>
        </p:scale>
        <p:origin x="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19A3AB-EC34-9411-5488-8B920A656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6DBBEF-3238-2B45-2F3F-E9A945081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5C63E-A084-4A04-D347-2A411DD07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73B3-5998-084C-8691-6100FD646DB7}" type="datetimeFigureOut">
              <a:rPr lang="es-ES_tradnl" smtClean="0"/>
              <a:t>8/10/25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75ECBA-9610-492E-9209-EC58E6E7E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6157EE-955B-3184-A724-CA3E234D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5714-9C02-974F-8042-2A5AAAC3511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22766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3E9A1-B279-F5AE-787E-A5AABA4A7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5AB176-CC2C-A239-8629-97DBA9795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031831-EE90-6AE0-EE1E-CFCB5A330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73B3-5998-084C-8691-6100FD646DB7}" type="datetimeFigureOut">
              <a:rPr lang="es-ES_tradnl" smtClean="0"/>
              <a:t>8/10/25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6BB479-E995-B87D-947D-AE39F9171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239A13-F964-779C-B863-2ED1BDCB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5714-9C02-974F-8042-2A5AAAC3511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65437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A9BC3-3ECC-EF68-66FC-EEB8D5E27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7BC2C7-4C6F-185C-F90E-F13433111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5B2073-0530-D0C1-7C96-015612682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73B3-5998-084C-8691-6100FD646DB7}" type="datetimeFigureOut">
              <a:rPr lang="es-ES_tradnl" smtClean="0"/>
              <a:t>8/10/25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CF5938-F1C0-7B50-7AC3-716FCDA0D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4079CC-B480-E4C1-FF3D-6AF37256C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5714-9C02-974F-8042-2A5AAAC3511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85582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1A94D-F50E-97C1-BA7F-0DEA00110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73CDEE-8AC3-99BE-48FF-7E4E7407CA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65F98D-4014-8AA7-0BD3-E436CF87F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2988B6-ED24-0150-D795-15E35DF97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73B3-5998-084C-8691-6100FD646DB7}" type="datetimeFigureOut">
              <a:rPr lang="es-ES_tradnl" smtClean="0"/>
              <a:t>8/10/25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7680BE-3C31-C4A1-5EF7-C4F4C3D00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FA078A-9761-B92C-5275-CE2A92C8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5714-9C02-974F-8042-2A5AAAC3511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3935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23F00-C267-A885-4494-955FD3664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E40533-FC2E-DBF9-4EE2-EC5E740E5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F45304C-F239-D911-61F4-E0CD7A5C6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76085BE-C32A-6BB3-E1F2-BC98D571C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217E32C-8979-CA10-D0D4-60FFD20991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93F018F-16B7-A33C-EBF5-79839CCAA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73B3-5998-084C-8691-6100FD646DB7}" type="datetimeFigureOut">
              <a:rPr lang="es-ES_tradnl" smtClean="0"/>
              <a:t>8/10/25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F594945-C39F-D7E8-B2B7-857DBB64B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06B06B7-2CAF-33C0-885A-A0C31242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5714-9C02-974F-8042-2A5AAAC3511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56329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2C11E-CCA9-93E8-E67A-15099F9C3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3EFC06A-B76A-E81E-F6C5-3D6B7CBAC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73B3-5998-084C-8691-6100FD646DB7}" type="datetimeFigureOut">
              <a:rPr lang="es-ES_tradnl" smtClean="0"/>
              <a:t>8/10/25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6A7F21-705B-E144-0AA4-9BC6FB8FF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CB3E555-948E-F740-29F4-D64E19A8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5714-9C02-974F-8042-2A5AAAC3511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5919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4F9FDD3-3CF2-9F67-A237-C05777F7B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73B3-5998-084C-8691-6100FD646DB7}" type="datetimeFigureOut">
              <a:rPr lang="es-ES_tradnl" smtClean="0"/>
              <a:t>8/10/25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2D544EC-1D83-01D8-38A3-E1A78C6ED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2723E4-F93E-AB99-8674-E549D3A6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5714-9C02-974F-8042-2A5AAAC3511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80132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81EB8-5129-3129-AA49-BB82D0A73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8CDCEF-CA76-4D77-2C68-8CA52B9AD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3C07BE-3172-8E54-10A0-2804085ED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794252-9012-6FD8-A8F0-97FF6CCE5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73B3-5998-084C-8691-6100FD646DB7}" type="datetimeFigureOut">
              <a:rPr lang="es-ES_tradnl" smtClean="0"/>
              <a:t>8/10/25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4DBC15-C3A9-4120-7C91-FA029DFD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AC43CA-7CF5-B943-E9C6-C30BB134E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5714-9C02-974F-8042-2A5AAAC3511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56095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86CCE-4423-7FD7-FFB5-69101A4CE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985DFD4-0138-48DC-45E0-2D5F70AC9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04F3FC-8D12-AB12-E4A4-485061BE1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0D09E8-21C4-848C-03C0-95E9F2343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73B3-5998-084C-8691-6100FD646DB7}" type="datetimeFigureOut">
              <a:rPr lang="es-ES_tradnl" smtClean="0"/>
              <a:t>8/10/25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4424E6-25D0-C6AE-EDB2-397CCD5D9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645C2BF-4D6B-52E8-AB8D-3C39A88DB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5714-9C02-974F-8042-2A5AAAC3511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4258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6D12DA-953A-C342-5334-C2BF2CDE8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E0D699-2491-CE2A-E5DC-138F02FB3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96CF3F-D357-A2FB-46E0-F27107E8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73B3-5998-084C-8691-6100FD646DB7}" type="datetimeFigureOut">
              <a:rPr lang="es-ES_tradnl" smtClean="0"/>
              <a:t>8/10/25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4821D0-B115-6231-0AE4-809223EF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3B288D-58CC-9504-5248-C5B0ABAB6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5714-9C02-974F-8042-2A5AAAC3511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21994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82CF26-F86C-EA39-842D-82BD4738FE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06FFB2D-9449-006A-E889-86A15B1DD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73A930-FCF8-2A50-C9A0-00F7A0F13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073B3-5998-084C-8691-6100FD646DB7}" type="datetimeFigureOut">
              <a:rPr lang="es-ES_tradnl" smtClean="0"/>
              <a:t>8/10/25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E247CF-74CC-B17B-DDCD-9C11FEE24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046F3D-0D65-0AD7-004F-CC2DB8C08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5714-9C02-974F-8042-2A5AAAC3511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305011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82587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70823A9-2810-120C-15CE-4B052AB6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570F4B-7123-9558-A59B-196365092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F35A3-26C0-E162-C416-D2C41C558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073B3-5998-084C-8691-6100FD646DB7}" type="datetimeFigureOut">
              <a:rPr lang="es-ES_tradnl" smtClean="0"/>
              <a:t>8/10/25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C64978-52AB-FFC7-47E2-5BF1BC7D91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6971AA-F4F7-C2E9-94B4-9033951D8F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05714-9C02-974F-8042-2A5AAAC3511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56861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0C47B7C-D2EE-7272-CF9B-05C0AB85A395}"/>
              </a:ext>
            </a:extLst>
          </p:cNvPr>
          <p:cNvSpPr txBox="1"/>
          <p:nvPr/>
        </p:nvSpPr>
        <p:spPr>
          <a:xfrm>
            <a:off x="4568169" y="1090141"/>
            <a:ext cx="3844312" cy="52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417" b="1" dirty="0">
                <a:solidFill>
                  <a:srgbClr val="27252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Instructivo Práctica Guiada </a:t>
            </a:r>
          </a:p>
          <a:p>
            <a:r>
              <a:rPr lang="es-CL" sz="1417" b="1" dirty="0">
                <a:solidFill>
                  <a:srgbClr val="27252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“CRECER HACIENDO CRECER”</a:t>
            </a:r>
            <a:endParaRPr lang="es-ES_tradnl" sz="1417" b="1" dirty="0">
              <a:solidFill>
                <a:srgbClr val="27252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04310F5-3C9E-6F8C-1558-B42BE38FE139}"/>
              </a:ext>
            </a:extLst>
          </p:cNvPr>
          <p:cNvSpPr txBox="1"/>
          <p:nvPr/>
        </p:nvSpPr>
        <p:spPr>
          <a:xfrm>
            <a:off x="4568167" y="1725237"/>
            <a:ext cx="376303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s-CL" sz="1500" b="1" dirty="0"/>
              <a:t>¿Qué es la práctica guiada?</a:t>
            </a:r>
          </a:p>
          <a:p>
            <a:pPr>
              <a:spcBef>
                <a:spcPts val="600"/>
              </a:spcBef>
            </a:pPr>
            <a:r>
              <a:rPr lang="es-CL" sz="1200" dirty="0"/>
              <a:t>Es el corazón del programa GROW 2.0. </a:t>
            </a:r>
          </a:p>
          <a:p>
            <a:pPr>
              <a:spcBef>
                <a:spcPts val="600"/>
              </a:spcBef>
            </a:pPr>
            <a:r>
              <a:rPr lang="es-CL" sz="1200" dirty="0"/>
              <a:t>Durante 9 semanas tendrás la oportunidad de liderar un desafío real, delegando una tarea clave a un colaborador, aplicando las herramientas aprendidas y reflexionando sobre tu propio crecimiento como líder. </a:t>
            </a:r>
          </a:p>
          <a:p>
            <a:pPr>
              <a:spcBef>
                <a:spcPts val="600"/>
              </a:spcBef>
            </a:pPr>
            <a:r>
              <a:rPr lang="es-CL" sz="1200" dirty="0"/>
              <a:t>La práctica está pensada para ayudarte a soltar lo operativo y enfocarte en generar resultados a través del equipo.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7F54E7D-3E56-AE50-3E7D-22D7AEFE8C52}"/>
              </a:ext>
            </a:extLst>
          </p:cNvPr>
          <p:cNvSpPr txBox="1"/>
          <p:nvPr/>
        </p:nvSpPr>
        <p:spPr>
          <a:xfrm>
            <a:off x="4568167" y="3886131"/>
            <a:ext cx="3763033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s-CL" sz="1500" b="1" dirty="0"/>
              <a:t>¿Por qué es importante?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CL" sz="1400" dirty="0"/>
              <a:t>Te permitirá liderar desde lo estratégico, desarrollando 3 competencias clave.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CL" sz="1400" dirty="0"/>
              <a:t>Aprenderás a delegar con confianza y dar autonomía.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CL" sz="1400" dirty="0"/>
              <a:t>Te ayudará a liberar tiempo para tareas estratégicas.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9DB3804-36AD-97A7-394E-F31A16F5915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167" y="274219"/>
            <a:ext cx="1565577" cy="70940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42A134E-DA1A-E6EB-0501-EC0CCD899BD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1316" t="51500" r="18730" b="17460"/>
          <a:stretch>
            <a:fillRect/>
          </a:stretch>
        </p:blipFill>
        <p:spPr>
          <a:xfrm>
            <a:off x="141009" y="3149600"/>
            <a:ext cx="3456440" cy="151049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291C6BE-5D6A-844E-1FFA-281B082561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259" y="6116727"/>
            <a:ext cx="1255395" cy="42173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8860B8A-7C58-ADAD-041C-8F96A72B71D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31" y="1192329"/>
            <a:ext cx="1610995" cy="72998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9E18281-A56A-C66E-647E-BDE38945DC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553" y="6116727"/>
            <a:ext cx="1255395" cy="421734"/>
          </a:xfrm>
          <a:prstGeom prst="rect">
            <a:avLst/>
          </a:prstGeom>
        </p:spPr>
      </p:pic>
      <p:sp>
        <p:nvSpPr>
          <p:cNvPr id="15" name="TextBox 4">
            <a:extLst>
              <a:ext uri="{FF2B5EF4-FFF2-40B4-BE49-F238E27FC236}">
                <a16:creationId xmlns:a16="http://schemas.microsoft.com/office/drawing/2014/main" id="{0473113F-DBFF-C0C0-0ED9-B3E9757EFA69}"/>
              </a:ext>
            </a:extLst>
          </p:cNvPr>
          <p:cNvSpPr txBox="1"/>
          <p:nvPr/>
        </p:nvSpPr>
        <p:spPr>
          <a:xfrm>
            <a:off x="378251" y="4809460"/>
            <a:ext cx="3219198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914172">
              <a:spcBef>
                <a:spcPts val="1200"/>
              </a:spcBef>
              <a:defRPr/>
            </a:pPr>
            <a:r>
              <a:rPr lang="es-CL" sz="1000" dirty="0">
                <a:solidFill>
                  <a:schemeClr val="accent1">
                    <a:lumMod val="50000"/>
                  </a:schemeClr>
                </a:solidFill>
                <a:latin typeface="Bogle" panose="020B0503020203060203" pitchFamily="34" charset="0"/>
                <a:ea typeface="GungsuhChe" panose="02030609000101010101" pitchFamily="49" charset="-127"/>
                <a:cs typeface="Arial" panose="020B0604020202020204" pitchFamily="34" charset="0"/>
              </a:rPr>
              <a:t>HAY PERSONAS QUE TIENEN LA VIRTUD DE HACER </a:t>
            </a:r>
            <a:r>
              <a:rPr lang="es-CL" sz="1000" b="1" dirty="0">
                <a:solidFill>
                  <a:schemeClr val="accent1">
                    <a:lumMod val="50000"/>
                  </a:schemeClr>
                </a:solidFill>
                <a:latin typeface="Bogle" panose="020B0503020203060203" pitchFamily="34" charset="0"/>
                <a:ea typeface="GungsuhChe" panose="02030609000101010101" pitchFamily="49" charset="-127"/>
                <a:cs typeface="Arial" panose="020B0604020202020204" pitchFamily="34" charset="0"/>
              </a:rPr>
              <a:t>QUE LOS DEMÁS OBTENGAN SU MEJOR VERSIÓN.</a:t>
            </a:r>
          </a:p>
        </p:txBody>
      </p:sp>
    </p:spTree>
    <p:extLst>
      <p:ext uri="{BB962C8B-B14F-4D97-AF65-F5344CB8AC3E}">
        <p14:creationId xmlns:p14="http://schemas.microsoft.com/office/powerpoint/2010/main" val="593154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9926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114" fill="hold">
                                          <p:stCondLst>
                                            <p:cond delay="11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" decel="50000" autoRev="1" fill="hold">
                                          <p:stCondLst>
                                            <p:cond delay="11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DB58A-2A98-76BC-19D8-80FFB4524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DC9B062-9E68-F54D-AFC1-42FB5540BB50}"/>
              </a:ext>
            </a:extLst>
          </p:cNvPr>
          <p:cNvSpPr txBox="1"/>
          <p:nvPr/>
        </p:nvSpPr>
        <p:spPr>
          <a:xfrm>
            <a:off x="193039" y="14527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600" b="1" dirty="0">
                <a:solidFill>
                  <a:srgbClr val="27252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Cronograma Práctica Guiada “CRECER HACIENDO CRECER”</a:t>
            </a:r>
            <a:endParaRPr lang="es-ES_tradnl" sz="1600" b="1" dirty="0">
              <a:solidFill>
                <a:srgbClr val="27252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888359D-78CA-0CDC-8AD5-9E2CF2120914}"/>
              </a:ext>
            </a:extLst>
          </p:cNvPr>
          <p:cNvSpPr txBox="1"/>
          <p:nvPr/>
        </p:nvSpPr>
        <p:spPr>
          <a:xfrm>
            <a:off x="81280" y="509989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050" b="1" dirty="0"/>
              <a:t>¿Cómo funciona?</a:t>
            </a:r>
          </a:p>
          <a:p>
            <a:pPr marL="182563" indent="-182563">
              <a:buFont typeface="+mj-lt"/>
              <a:buAutoNum type="arabicPeriod"/>
            </a:pPr>
            <a:r>
              <a:rPr lang="es-CL" sz="1050" b="1" dirty="0"/>
              <a:t>Eliges una tarea real a delegar.</a:t>
            </a:r>
          </a:p>
          <a:p>
            <a:pPr marL="182563" indent="-182563">
              <a:buFont typeface="+mj-lt"/>
              <a:buAutoNum type="arabicPeriod"/>
            </a:pPr>
            <a:r>
              <a:rPr lang="es-CL" sz="1050" b="1" dirty="0"/>
              <a:t>Seleccionas un colaborador</a:t>
            </a:r>
            <a:r>
              <a:rPr lang="es-CL" sz="1050" dirty="0"/>
              <a:t> con interés y capacidad para asumir el desafío.</a:t>
            </a:r>
          </a:p>
          <a:p>
            <a:pPr marL="182563" indent="-182563">
              <a:buFont typeface="+mj-lt"/>
              <a:buAutoNum type="arabicPeriod"/>
            </a:pPr>
            <a:r>
              <a:rPr lang="es-CL" sz="1050" b="1" dirty="0"/>
              <a:t>Realizas tres conversaciones clave</a:t>
            </a:r>
            <a:r>
              <a:rPr lang="es-CL" sz="1050" dirty="0"/>
              <a:t> con tu colaborador (inicio, seguimiento y cierre).</a:t>
            </a:r>
          </a:p>
          <a:p>
            <a:pPr marL="182563" indent="-182563">
              <a:buFont typeface="+mj-lt"/>
              <a:buAutoNum type="arabicPeriod"/>
            </a:pPr>
            <a:r>
              <a:rPr lang="es-CL" sz="1050" b="1" dirty="0"/>
              <a:t>Registras avances y reflexiones</a:t>
            </a:r>
            <a:r>
              <a:rPr lang="es-CL" sz="1050" dirty="0"/>
              <a:t> semanalmente en la bitácora.</a:t>
            </a:r>
          </a:p>
          <a:p>
            <a:pPr marL="182563" indent="-182563">
              <a:buFont typeface="+mj-lt"/>
              <a:buAutoNum type="arabicPeriod"/>
            </a:pPr>
            <a:r>
              <a:rPr lang="es-CL" sz="1050" b="1" dirty="0"/>
              <a:t>Participas de 3 acompañamientos grupales</a:t>
            </a:r>
            <a:r>
              <a:rPr lang="es-CL" sz="1050" dirty="0"/>
              <a:t> con el coach MSO para compartir avances y resolver dudas.</a:t>
            </a:r>
          </a:p>
          <a:p>
            <a:pPr marL="182563" indent="-182563">
              <a:buFont typeface="+mj-lt"/>
              <a:buAutoNum type="arabicPeriod"/>
            </a:pPr>
            <a:r>
              <a:rPr lang="es-CL" sz="1050" b="1" dirty="0"/>
              <a:t>Te autoevalúas y recibes </a:t>
            </a:r>
            <a:r>
              <a:rPr lang="es-CL" sz="1050" b="1" dirty="0" err="1"/>
              <a:t>feedback</a:t>
            </a:r>
            <a:r>
              <a:rPr lang="es-CL" sz="1050" b="1" dirty="0"/>
              <a:t> del colaborador</a:t>
            </a:r>
            <a:r>
              <a:rPr lang="es-CL" sz="1050" dirty="0"/>
              <a:t> para visualizar tu evolución.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AB35E54-3F29-DCCC-DDC4-20684C5CCEB3}"/>
              </a:ext>
            </a:extLst>
          </p:cNvPr>
          <p:cNvSpPr txBox="1"/>
          <p:nvPr/>
        </p:nvSpPr>
        <p:spPr>
          <a:xfrm>
            <a:off x="6177280" y="477133"/>
            <a:ext cx="277368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050" b="1" dirty="0"/>
              <a:t>¿Qué se espera de ti?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CL" sz="1050" dirty="0"/>
              <a:t>Compromiso con tu propio desarrollo y el del colaborador.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CL" sz="1050" dirty="0"/>
              <a:t>Registro honesto y reflexivo en la bitácora.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CL" sz="1050" dirty="0"/>
              <a:t>Participación activa en las sesiones de acompañamiento.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7B0603A-46AF-39C7-8003-58AC5CF73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93" y="2408348"/>
            <a:ext cx="8849568" cy="375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6753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243</Words>
  <Application>Microsoft Macintosh PowerPoint</Application>
  <PresentationFormat>Carta (216 x 279 mm)</PresentationFormat>
  <Paragraphs>23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Bogle</vt:lpstr>
      <vt:lpstr>Open Sans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carolina mèndez borgeaud</dc:creator>
  <cp:lastModifiedBy>carolina mèndez borgeaud</cp:lastModifiedBy>
  <cp:revision>8</cp:revision>
  <cp:lastPrinted>2025-07-18T00:08:18Z</cp:lastPrinted>
  <dcterms:created xsi:type="dcterms:W3CDTF">2025-07-17T22:13:43Z</dcterms:created>
  <dcterms:modified xsi:type="dcterms:W3CDTF">2025-10-08T17:36:43Z</dcterms:modified>
</cp:coreProperties>
</file>